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03c5eb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03c5eb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03c5ebe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03c5ebe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803c5eb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803c5eb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Team Contrails 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543175" y="3045850"/>
            <a:ext cx="6251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Team Members: Vanessa, Sabrina, Pratik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Detection and study of cooling and warming effects of contrails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29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 contrails in EarthCARE (using MSG detections as help).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Build a small set of training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Train a simple classifier using features like brightness temperature differences (MSI), patricle backscatter coefficients (ATLID), linear depolarization ratios (ATLID), ATL-FM lidar fetaure mask.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Study radiative properties of contrails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ct_detection_msg_202504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221"/>
            <a:ext cx="9143999" cy="462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0" y="338138"/>
            <a:ext cx="6286500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